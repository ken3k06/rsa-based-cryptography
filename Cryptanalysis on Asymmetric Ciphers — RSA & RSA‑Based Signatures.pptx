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54D19EA-8996-416A-80DB-8C1233495E97}">
  <a:tblStyle styleId="{A54D19EA-8996-416A-80DB-8C1233495E9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2111</Words>
  <Application>Microsoft Office PowerPoint</Application>
  <PresentationFormat>Widescreen</PresentationFormat>
  <Paragraphs>252</Paragraphs>
  <Slides>49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4" baseType="lpstr">
      <vt:lpstr>Arial</vt:lpstr>
      <vt:lpstr>Calibri</vt:lpstr>
      <vt:lpstr>Courier New</vt:lpstr>
      <vt:lpstr>Noto Sans Symbols</vt:lpstr>
      <vt:lpstr>Retrospect</vt:lpstr>
      <vt:lpstr>Cryptanalysis on Asymmetric Ciphers — RSA &amp; RSA‑Based Signatures</vt:lpstr>
      <vt:lpstr>1. Bối cảnh</vt:lpstr>
      <vt:lpstr>Rủi ro</vt:lpstr>
      <vt:lpstr>Security Goals</vt:lpstr>
      <vt:lpstr>2. Các  câu hỏi nghiên cứu và giả thuyết</vt:lpstr>
      <vt:lpstr>2. Các  câu hỏi nghiên cứu và giả thuyết</vt:lpstr>
      <vt:lpstr>2. Các  câu hỏi nghiên cứu và giả thuyết</vt:lpstr>
      <vt:lpstr>3. Kịch bản triển khai</vt:lpstr>
      <vt:lpstr>Các attack triển khai</vt:lpstr>
      <vt:lpstr>Attack A - Bleichenbacher padding oracle </vt:lpstr>
      <vt:lpstr>PKCS#1 v1.5 Padding</vt:lpstr>
      <vt:lpstr>Padding Oracle là gì?</vt:lpstr>
      <vt:lpstr>Attack A - Bleichenbacher padding oracle </vt:lpstr>
      <vt:lpstr>Attack A - Bleichenbacher padding oracle </vt:lpstr>
      <vt:lpstr>Kết quả - Attack A</vt:lpstr>
      <vt:lpstr>Kết quả - Attack A</vt:lpstr>
      <vt:lpstr>Mitigation - Attack A</vt:lpstr>
      <vt:lpstr>Attack B – Timing Attack on RSA</vt:lpstr>
      <vt:lpstr>Điều kiện</vt:lpstr>
      <vt:lpstr>Decryption/Signing</vt:lpstr>
      <vt:lpstr>Square and Multiply</vt:lpstr>
      <vt:lpstr>Thu thập dữ liệu và thống kê</vt:lpstr>
      <vt:lpstr>Kết quả attack B</vt:lpstr>
      <vt:lpstr>Mitigation - Attack B</vt:lpstr>
      <vt:lpstr>Trả lời câu hỏi RQ2</vt:lpstr>
      <vt:lpstr>Attack C – Wiener’s Attack / low d</vt:lpstr>
      <vt:lpstr>Điều kiện</vt:lpstr>
      <vt:lpstr>Ý tưởng</vt:lpstr>
      <vt:lpstr>Ý tưởng</vt:lpstr>
      <vt:lpstr>Kết quả - Attack C</vt:lpstr>
      <vt:lpstr>Mitigation - Attack C</vt:lpstr>
      <vt:lpstr>Fault attack: mở rộng</vt:lpstr>
      <vt:lpstr>Bellcore Attack</vt:lpstr>
      <vt:lpstr>Modulus Fault</vt:lpstr>
      <vt:lpstr>Modulus Fault</vt:lpstr>
      <vt:lpstr>Modulus Fault</vt:lpstr>
      <vt:lpstr>Modulus Fault</vt:lpstr>
      <vt:lpstr>4. Kiến trúc giải pháp</vt:lpstr>
      <vt:lpstr>5. Mở rộng hướng đi tiếp theo</vt:lpstr>
      <vt:lpstr>RSA vs ECC</vt:lpstr>
      <vt:lpstr>RSA vs ECC</vt:lpstr>
      <vt:lpstr>RSA vs ECC</vt:lpstr>
      <vt:lpstr>RSA vs ECC </vt:lpstr>
      <vt:lpstr>RSA vs ECC</vt:lpstr>
      <vt:lpstr>RSA vs ECC </vt:lpstr>
      <vt:lpstr>RSA vs ECC</vt:lpstr>
      <vt:lpstr>RSA vs ECC </vt:lpstr>
      <vt:lpstr>RSA vs ECC</vt:lpstr>
      <vt:lpstr>Kết luận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Phạm Nguyễn Thành Long</cp:lastModifiedBy>
  <cp:revision>1</cp:revision>
  <dcterms:modified xsi:type="dcterms:W3CDTF">2025-12-28T22:34:21Z</dcterms:modified>
</cp:coreProperties>
</file>